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011680" cy="20116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UAI  ·  TECNICATURA EN ANÁLISIS DE SISTEMAS INFORMÁTICOS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general de cursada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3er año · 2º cuatrimestre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74920" y="44348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hs. semanales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4434840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43484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LA ASIGNATURA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generales de la materia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74520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8013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24128" y="20756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Tecnicatura en Análisis de Sistemas Informáticos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4808" y="1874520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6647688" y="18013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47688" y="20756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2752344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935224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8620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CURSADA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4128" y="31363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año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2752344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2935224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647688" y="28620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CUATRIMESTRE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47688" y="31363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cuatrimestre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381304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995928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392277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HORARIA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24128" y="419709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hs. semanales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3813048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4808" y="3995928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6647688" y="392277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47688" y="419709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posee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4873752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056632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49834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/ HERRAMIENTAS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24128" y="5257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Laboratorio de computación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63640" y="4873752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5056632"/>
            <a:ext cx="54864" cy="5303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4" name="Text 32"/>
          <p:cNvSpPr/>
          <p:nvPr/>
        </p:nvSpPr>
        <p:spPr>
          <a:xfrm>
            <a:off x="6647688" y="49834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DE CLASE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47688" y="5257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teoría — 60% práctica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materia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materia introduce los pilares de la Programación Orientada a Objetos —herencia, encapsulación y abstracción— sobre el lenguaje Python, entrenando al futuro profesional en buenas prácticas, depuración de errores y gestión del código fuente para representar virtualmente elementos de la vida real.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709160"/>
            <a:ext cx="4937760" cy="0"/>
          </a:xfrm>
          <a:prstGeom prst="line">
            <a:avLst/>
          </a:prstGeom>
          <a:noFill/>
          <a:ln w="12700">
            <a:solidFill>
              <a:srgbClr val="3A4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 ORIENTADA A OBJETOS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· Encapsulación · Abstracción · Polimorfismo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clave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2231136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1488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técnicas avanzadas de desarrollo de software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46520" y="288950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072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estrategias de optimización de algoritmos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3547872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4655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conocimientos específicos de Python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6520" y="420624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12394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depuración de errores en la construcción de programas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4864608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7823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desarrollo de software con sistemas de información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unidades del programa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39696" cy="4160520"/>
          </a:xfrm>
          <a:prstGeom prst="roundRect">
            <a:avLst>
              <a:gd name="adj" fmla="val 341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29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Python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3566160"/>
            <a:ext cx="1810512" cy="0"/>
          </a:xfrm>
          <a:prstGeom prst="line">
            <a:avLst/>
          </a:prstGeom>
          <a:noFill/>
          <a:ln w="12700">
            <a:solidFill>
              <a:srgbClr val="E1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703320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· IDE · POO vs. estructurada vs. funcional · abstracción, objetos, clases, herencia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44368" y="1828800"/>
            <a:ext cx="2139696" cy="4160520"/>
          </a:xfrm>
          <a:prstGeom prst="roundRect">
            <a:avLst>
              <a:gd name="adj" fmla="val 341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29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08960" y="260604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108960" y="3566160"/>
            <a:ext cx="1810512" cy="0"/>
          </a:xfrm>
          <a:prstGeom prst="line">
            <a:avLst/>
          </a:prstGeom>
          <a:noFill/>
          <a:ln w="12700">
            <a:solidFill>
              <a:srgbClr val="E1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703320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e iteradores · constructores/destructores · herencia múltiple · polimorfismo · encapsulamiento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48656" y="1828800"/>
            <a:ext cx="2139696" cy="4160520"/>
          </a:xfrm>
          <a:prstGeom prst="roundRect">
            <a:avLst>
              <a:gd name="adj" fmla="val 341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029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13248" y="260604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 funcional y excepciones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13248" y="3566160"/>
            <a:ext cx="1810512" cy="0"/>
          </a:xfrm>
          <a:prstGeom prst="line">
            <a:avLst/>
          </a:prstGeom>
          <a:noFill/>
          <a:ln w="12700">
            <a:solidFill>
              <a:srgbClr val="E1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3703320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orden superior · lambda · listas y diccionarios · generadores, decoradores · excepciones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828800"/>
            <a:ext cx="2139696" cy="4160520"/>
          </a:xfrm>
          <a:prstGeom prst="roundRect">
            <a:avLst>
              <a:gd name="adj" fmla="val 341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7536" y="2029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17536" y="260604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y expresiones regulares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717536" y="3566160"/>
            <a:ext cx="1810512" cy="0"/>
          </a:xfrm>
          <a:prstGeom prst="line">
            <a:avLst/>
          </a:prstGeom>
          <a:noFill/>
          <a:ln w="12700">
            <a:solidFill>
              <a:srgbClr val="E1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7536" y="3703320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 estándar · lectura/escritura de archivos · manejo de errores · módulo 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57232" y="1828800"/>
            <a:ext cx="2139696" cy="4160520"/>
          </a:xfrm>
          <a:prstGeom prst="roundRect">
            <a:avLst>
              <a:gd name="adj" fmla="val 3419"/>
            </a:avLst>
          </a:prstGeom>
          <a:solidFill>
            <a:srgbClr val="16233F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1824" y="2029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021824" y="260604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e intro a Machine Learning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0021824" y="3566160"/>
            <a:ext cx="1810512" cy="0"/>
          </a:xfrm>
          <a:prstGeom prst="line">
            <a:avLst/>
          </a:prstGeom>
          <a:noFill/>
          <a:ln w="12700">
            <a:solidFill>
              <a:srgbClr val="3A4A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21824" y="3703320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Pygame, NumPy, SQLAlchemy, Pillow · ML y Deep Learning · redes neuronales · Anaconda/miniconda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semanal — Semanas 1 a 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384048"/>
          </a:xfrm>
          <a:prstGeom prst="roundRect">
            <a:avLst>
              <a:gd name="adj" fmla="val 11905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/ INSTANCIA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43400" y="16916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CLASE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32520" y="1691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83564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75688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075688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43400" y="2075688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software. Entornos de desarrollo. Programas vs. proyectos.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32520" y="2075688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0320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560320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2560320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vs. estructurada vs. funcional. Ventajas y desventajas.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2520" y="2560320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044952"/>
            <a:ext cx="1083564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44952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3044952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3044952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 datos, objetos, clases, herencia y polimorfismo. Historia de Python.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32520" y="3044952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TP carpeta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529584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29584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3529584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43400" y="3529584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e iteradores. Desarrollo de clases y objetos. Variables de clase/instancia.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2520" y="3529584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U2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014216"/>
            <a:ext cx="1083564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14216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4014216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43400" y="4014216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 y destructores. Herencia simple y múltiple.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32520" y="4014216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U2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498848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498848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4498848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43400" y="4498848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Polimorfismo, encapsulamiento, clases de "nuevo estilo", métodos especiales.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32520" y="4498848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U2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983480"/>
            <a:ext cx="10835640" cy="484632"/>
          </a:xfrm>
          <a:prstGeom prst="rect">
            <a:avLst/>
          </a:prstGeom>
          <a:solidFill>
            <a:srgbClr val="FBF3E2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983480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4983480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Parcial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43400" y="4983480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parcial teórico-práctico — Unidades 1 y 2.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32520" y="4983480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5468112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68112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54480" y="5468112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343400" y="5468112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orden superior. Iteraciones sobre listas. Funciones lambda.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32520" y="5468112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U3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semanal — Semanas 9 a 16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384048"/>
          </a:xfrm>
          <a:prstGeom prst="roundRect">
            <a:avLst>
              <a:gd name="adj" fmla="val 11905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/ INSTANCIA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43400" y="16916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CLASE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32520" y="1691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83564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75688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075688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43400" y="2075688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diccionarios y cadenas. Generadores y decoradores.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32520" y="2075688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U3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0320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560320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2560320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y paquetes para excepciones. Integración con clases y objetos.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2520" y="2560320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TP carpeta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044952"/>
            <a:ext cx="1083564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44952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3044952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3044952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Entrada/salida estándar. Lectura y escritura de archivos.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32520" y="3044952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U4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529584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29584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3529584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43400" y="3529584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tratamiento de errores en archivos. Expresiones regulares. Módulo re.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2520" y="3529584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U4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014216"/>
            <a:ext cx="10835640" cy="484632"/>
          </a:xfrm>
          <a:prstGeom prst="rect">
            <a:avLst/>
          </a:prstGeom>
          <a:solidFill>
            <a:srgbClr val="FBF3E2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14216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4014216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Parcial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43400" y="4014216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parcial teórico-práctico — Unidades 3 y 4.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32520" y="4014216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498848"/>
            <a:ext cx="10835640" cy="484632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498848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4498848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43400" y="4498848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Librerías: Pygame, Collections, NumPy, SQLAlchemy, Request, Pillow.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32520" y="4498848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983480"/>
            <a:ext cx="1083564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983480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4983480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43400" y="4983480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Machine Learning y Deep Learning. Redes neuronales. Anaconda/miniconda.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32520" y="4983480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Trab. Investigación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5468112"/>
            <a:ext cx="10835640" cy="484632"/>
          </a:xfrm>
          <a:prstGeom prst="rect">
            <a:avLst/>
          </a:prstGeom>
          <a:solidFill>
            <a:srgbClr val="FBF3E2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68112"/>
            <a:ext cx="914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54480" y="5468112"/>
            <a:ext cx="2788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343400" y="5468112"/>
            <a:ext cx="4389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Recuperatorios. Defensa de trabajos prácticos. Nota conceptual y cierre de cursada.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32520" y="5468112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Integrador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de evaluación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2, teórico-prácticos, individuales y escritos. 1º entre semana 5 y 7; 2º entre semana 12 y 14. Se aprueban con 60% de contenido correcto (nota de 4 a 10).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9385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Recuperatorios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por cada parcial (o integral equivalente). Recuperan quienes obtuvieron menos de 4 puntos. Individuales y escritos; no reemplazan la nota original en el promedio.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788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conceptual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participación en clase, interés demostrado en la asignatura y empeño en las actividades de estudio.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1788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prácticos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Evaluados por promedio de producción y desempeño: calidad del trabajo, preparación del material, defensa y administración del tiempo.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PRÁCTICOS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trabajos prácticos de la cursada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 · Carpeta de ejercicios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 de los ejercicios desarrollados en clase y los propuestos en la guía de TP, con planteo y solución. Se entrega copia impresa y en soporte digital al docente.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5074920"/>
            <a:ext cx="4617720" cy="0"/>
          </a:xfrm>
          <a:prstGeom prst="line">
            <a:avLst/>
          </a:prstGeom>
          <a:noFill/>
          <a:ln w="12700">
            <a:solidFill>
              <a:srgbClr val="3A4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212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ESTIMADA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54406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 a 10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011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B · Trabajo de investigación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7960" y="26060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 (4 a 6 alumnos)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32004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sobre un tema de la asignatura, con exposición oral. La fecha de entrega la fija el docente dentro del cuatrimestre.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5074920"/>
            <a:ext cx="4617720" cy="0"/>
          </a:xfrm>
          <a:prstGeom prst="line">
            <a:avLst/>
          </a:prstGeom>
          <a:noFill/>
          <a:ln w="12700">
            <a:solidFill>
              <a:srgbClr val="E1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5212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ESTIMADA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37960" y="54406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· cierre S15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integrador y articulación vertical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aporta los conocimientos de POO que el alumno aplicará en el desarrollo de un sistema de información en Observación y Práctica Profesional y en el Trabajo Final Integrador.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Python: clases, herencia, encapsulación, abstracción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6392" y="410565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301752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I y II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7872" y="37947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los objetos construidos en un repositorio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61304" y="410565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9904" y="301752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de Comunicaciones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72784" y="37947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bajo nivel orientada a hardware y puertos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86216" y="410565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8814816" y="3017520"/>
            <a:ext cx="246888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 y Práctica Profesional / TFI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97696" y="37947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 integrador con lo aprendido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persistencia de objetos vincula esta materia con Base de Datos aplicada I y II; el manejo de bajo nivel se retoma en Teleinformática y Comunicaciones.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desarrolla cada clase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docente · diálogo con los alumnos · puesta en común · conclusiones grupales · inter-consultas · revisión de temas y relación con conocimientos previos.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26364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329184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ejercitación refleja los conceptos de la clase teórica más los de clases anteriores. Resolución grupal en algunos casos e individual en otros, más trabajos de investigación con exposición oral.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González Duque — Python para todos (2015)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426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Beazley, B. Jones — Python Cookbook, 3ª ed. (2013)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95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Matthes — Python Crash Course, 2ª ed. (2019)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77056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764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Savia, C. Wang — Python Tools for Visual Studio (2014)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43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Géron — Hands-On Machine Learning... (2017)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AMPLIATORIA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176272"/>
            <a:ext cx="91440" cy="9144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0756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Caballero, E. Martín, A. Riesco — Big Data con Python (2018)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91440" cy="9144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6426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A. Shaw — Learn More Python 3 the Hard Way (2017)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310128"/>
            <a:ext cx="91440" cy="9144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09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Ramalho — Fluent Python (2015)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— Introducción a Python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· entornos de desarrollo · programas vs. proyectos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 ·  UAI  ·  Tecnicatura en Análisis de Sistemas Informáticos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2026-08-10T04:01:33Z</dcterms:created>
  <dcterms:modified xsi:type="dcterms:W3CDTF">2026-08-10T04:01:33Z</dcterms:modified>
</cp:coreProperties>
</file>