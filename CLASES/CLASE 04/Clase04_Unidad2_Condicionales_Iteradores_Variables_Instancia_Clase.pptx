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17"/>
    <p:sldId id="262" r:id="rId8"/>
    <p:sldId id="267" r:id="rId18"/>
    <p:sldId id="268" r:id="rId19"/>
    <p:sldId id="263" r:id="rId9"/>
    <p:sldId id="269" r:id="rId20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11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7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4023360" cy="402336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297680"/>
            <a:ext cx="1828800" cy="182880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CLASES Y OBJETOS · SEMANA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Condicionales, iteradores y variables de instancia y de clase.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Constructores, destructores y encapsulamiento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09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40%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90088" y="4709160"/>
            <a:ext cx="2203704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470916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60%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4709160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470916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hs. reloj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CLASE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vamos a ver hoy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Condicionales, iteradores y variables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con if/else y bucles, variables de instancia y de clase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46520" y="25146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clase, estáticos, constructor y destructor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46520" y="2971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 y ciclo de vida propios de la clase y del objeto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160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8680" y="47548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68680" y="52120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protegidos y privados, acceso controlado con property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160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46520" y="47548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46520" y="52120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ejercicios: cuenta bancaria, contador de instancias e integrador de reservas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1 DE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 e iteradores en métodos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un método podemos usar if/else para decidir un comportamiento según el estado del objeto, y bucles (for/while) para recorrer sus datos o repetir una acción.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evalúa atributos del propio objeto (self)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3989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for/while pueden recorrer una lista guardada como atributo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depende del estado interno del objeto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E18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28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carrito.py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Carrito: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self.items = []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agregar(self, producto):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self.items.append(producto)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total_items(self):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contador = 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self.items: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contador += 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contador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2 DE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instancia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atributos que pertenecen a cada objeto en particular. Se definen con self. dentro de los métodos, y cada instancia tiene su propia copia con su propio valor.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declaran con self.atributo = valor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3989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tiene sus propios valores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una instancia no afecta a las demás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E18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28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instancia.py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Producto: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nombre, precio):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self.nombre = nombre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self.precio = precio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= Producto("Mouse", 5000)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= Producto("Teclado", 12000)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print(p1.precio)  # 5000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print(p2.precio)  # 12000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3 DE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clase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atributos compartidos por todos los objetos de una clase. Se definen fuera de los métodos, directamente en el cuerpo de la clase, y su valor es común a todas las instancias.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declaran dentro de la clase, fuera de __init__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3989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instancias comparten el mismo valor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Útiles para contadores o configuración común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E18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28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Producto: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iva = 0.21  # variable de clase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nombre, precio):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self.nombre = nombre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self.precio = precio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precio_final(self):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self.precio * (1 + Producto.iva)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4 DE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 instancia vs. variable de clase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835640" cy="411480"/>
          </a:xfrm>
          <a:prstGeom prst="roundRect">
            <a:avLst>
              <a:gd name="adj" fmla="val 11111"/>
            </a:avLst>
          </a:prstGeom>
          <a:solidFill>
            <a:srgbClr val="16233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2011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INSTANCIA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0" y="20116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0835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231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4231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objeto creado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0" y="242316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clase, compartida por todos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10835640" cy="868680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declara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32918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__init__, con self.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89520" y="329184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cuerpo de la clase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10835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60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típico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41605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self.nombre, self.precio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416052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Producto.iva, contador de instancias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10835640" cy="868680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0292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modificarla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50292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afecta a esa instancia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502920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a todas las instancias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5 DE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clase y métodos estáticos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 de los métodos normales (reciben self), Python permite dos tipos especiales: métodos de clase (@classmethod, reciben cls) y métodos estáticos (@staticmethod, sin self ni cls).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@classmethod recibe la clase (cls) y puede crear instancias o acceder a variables de clase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3989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@staticmethod no accede a self ni a cls: es una función utilitaria agrupada en la clase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cuando el comportamiento pertenece a la clase en general, no a un objeto puntual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E18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28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Producto: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iva = 0.21  # variable de clase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precio):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self.precio = precio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cambiar_iva(cls, nuevo_iva):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cls.iva = nuevo_iva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@staticmethod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es_precio_valido(precio):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precio &gt; 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· INDIVIDUAL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bancaria con condicionales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9F5EF"/>
          </a:solidFill>
          <a:ln w="12700">
            <a:solidFill>
              <a:srgbClr val="CFE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Implementá una clase CuentaBancaria con saldo como variable de instancia y métodos depositar() y retirar() que usen condicionales para validar montos.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3697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5468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Definí __init__ con saldo inicial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6674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Creá depositar(monto), sumando al saldo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6110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7880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Creá retirar(monto) con validación de saldo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7316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69087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saldo es insuficiente, mostrá un aviso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28523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202936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Probá la clase con dos operaciones seguidas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78892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0E183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926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cuenta.py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329184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CuentaBancaria: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saldo=0):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self.saldo = saldo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retirar(self, monto):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monto &lt;= self.saldo: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self.saldo -= monto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completar el "else"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6 DE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 y destructores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constructor (__init__) se ejecuta al crear el objeto e inicializa sus atributos. El destructor (__del__) se ejecuta al eliminarlo de memoria, útil para liberar recursos.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__init__(self, ...) inicializa los atributos de instancia al crear el objeto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3989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__del__(self) se ejecuta al destruirse el objeto, por ejemplo para cerrar archivos o conexiones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obligatorio definir __del__: solo se usa si hay algo que liberar explícitamente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E18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28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Conexion: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servidor):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self.servidor = servidor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print(f"Conectando a {servidor}")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__del__(self):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print(f"Cerrando conexión a {self.servidor}")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Conexion("db01")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c  # dispara __del__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7 DE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Restringe el acceso directo a los atributos de un objeto, protegiendo su estado interno. En Python se aplica por convención: _protegido (uso interno) y __privado (name mangling).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9125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público: self.nombre — accesible libremente desde fuera de la clase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3989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protegido: self._saldo — por convención, no se accede desde afuera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privado: self.__clave — Python lo renombra a _Clase__clave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E18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28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CuentaBancaria: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saldo):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self.__saldo = saldo  # privado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saldo(self):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self.__saldo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@saldo.setter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saldo(self, valor):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valor &gt;= 0: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self.__saldo = valor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· INDIVIDUAL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instancias con variable de clase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9F5EF"/>
          </a:solidFill>
          <a:ln w="12700">
            <a:solidFill>
              <a:srgbClr val="CFE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Completá la clase para que cuente automáticamente cuántos objetos Usuario se crearon, usando una variable de clase.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0E183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2004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Usuario: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0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nombre):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self.nombre = nombre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completar acá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= Usuario("Ana")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 = Usuario("Luis")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74320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pista.py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0" y="32004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Pista: dentro de __init__,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incrementá la variable de clase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usando el nombre de la clase: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Usuario.total += 1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· INTEGRADOR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reservas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9F5EF"/>
          </a:solidFill>
          <a:ln w="12700">
            <a:solidFill>
              <a:srgbClr val="CFE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Diseñá una clase Reserva que combine variable de instancia y de clase, un atributo privado (encapsulamiento) y un método de clase para contar reservas.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3697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5468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Definí __init__ con cliente, monto y un atributo privado __confirmada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6674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Agregá total_reservas como variable de clase y sumá 1 en cada __init__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6110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7880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Creá un @classmethod contador() que devuelva total_reservas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7316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69087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@property, exponé confirmada de forma de solo poder leerla desde afuera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28523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202936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Agregá __del__ que imprima un aviso al cancelarse la reserva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78892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0E183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926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reserva.py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329184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Reserva: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total_reservas = 0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cliente, monto):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self.cliente = cliente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self.monto = monto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self.__confirmada = False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completar: sumar a total_reservas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clave de la clase de hoy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96596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9385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 e iteradores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239572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que el comportamiento de un objeto dependa de su estado y recorra sus propios datos.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96596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6601968" y="19385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instancia y de clase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1968" y="239572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propios de cada objeto frente a datos compartidos por todas las instancias de la clase.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20624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41788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 y destructores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463600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inicializa el objeto al crearlo; __del__ se ejecuta al eliminarlo de memoria.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420624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0" name="Text 18"/>
          <p:cNvSpPr/>
          <p:nvPr/>
        </p:nvSpPr>
        <p:spPr>
          <a:xfrm>
            <a:off x="6601968" y="41788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01968" y="463600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protegidos (_x) y privados (__x, con name mangling) protegen el estado interno.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931920"/>
            <a:ext cx="4206240" cy="420624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· SEMANA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y polimorfismo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simple y herencia múltiple entre clases. Polimorfismo y clases de "nuevo estilo".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51560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REPASAR ANTES DE LA PRÓXIMA CLASE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4515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Repasá herencia simple y pensá qué atributos o métodos podrían compartir dos clases relacionadas (por ejemplo, Vehiculo y Auto).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2 · Clase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2026-08-10T13:05:22Z</dcterms:created>
  <dcterms:modified xsi:type="dcterms:W3CDTF">2026-08-10T13:05:22Z</dcterms:modified>
</cp:coreProperties>
</file>